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632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7F1E-618C-3358-DB8E-43C94773A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42106-A111-7F33-5F91-06CC4EF70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04BAF-E650-6FEE-6BA8-826DD783B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EB6-F051-4E3D-9447-41D9CE927724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1A951-B179-5417-9F6F-7DA420C2D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26029-7F3E-D0CB-C11C-35023A5C6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DBC5-D224-4595-917E-380596DAD6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4408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2B17E-62A1-8113-CD91-DF02AF97B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DFCA6-ACED-061C-01C9-CCA511480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8ACC8-A368-9C97-D699-BD05B14FA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EB6-F051-4E3D-9447-41D9CE927724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EF751-3217-A985-3CB2-AF364C3D8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D292D-905A-816E-258B-130CB4F0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DBC5-D224-4595-917E-380596DAD6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16919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535F-283A-E52C-0082-4FB1E4FBB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F5AFE-5083-C766-3F03-E1DDD5FCA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3E89C-05BE-0E7B-2CF5-228656DA0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EB6-F051-4E3D-9447-41D9CE927724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86E40-B989-F589-7EFF-E30729F76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AD8F0-2DB3-7B99-8993-739F6A3DF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DBC5-D224-4595-917E-380596DAD6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7725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BA67-A960-5A60-E2ED-61DAAF789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572E0-CC03-AB83-F441-31094D034E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69CF4-4738-4B08-82CC-A4314555D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BD414-CC82-CF27-BE82-08D39B65D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EB6-F051-4E3D-9447-41D9CE927724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FF3F7-01B7-3225-4A75-10257F26B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A13C1-3608-30C2-6EB7-5363AA040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DBC5-D224-4595-917E-380596DAD6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16452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3E57C-27FE-2D05-56EC-BBDD4419F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13AA6-CA00-A951-7235-699C8E2E8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31A17B-E503-78D1-14CB-88A0DCEDD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C83BC-5353-29D8-7F11-A85EC95C0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04C307-8721-3A51-EDB5-F4B95E36A8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5354A0-C6E3-F673-D3BD-DE9C1F62D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EB6-F051-4E3D-9447-41D9CE927724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3F2CC5-88D0-DDEF-8619-B34EB3D33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3979A9-D966-71F5-65DA-F962F0682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DBC5-D224-4595-917E-380596DAD6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9360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CCB8F-2CBA-CEB2-1161-6A6C8A513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65BAC9-4F99-BD75-7092-464961ACB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EB6-F051-4E3D-9447-41D9CE927724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0895C2-3B4B-C26B-124A-37C5ADD31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E3016-405D-96AD-F5C5-A0C8C47D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DBC5-D224-4595-917E-380596DAD6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080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4D33B8-C0E5-A183-1BD3-89441A63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EB6-F051-4E3D-9447-41D9CE927724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8CEECA-32B4-02B5-FA8A-75AF7F16C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F05FE-91CA-EF0C-00A5-E61BF2CA3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DBC5-D224-4595-917E-380596DAD6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56073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904F8-98B9-8597-772D-755DF2EF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B2AFF-C964-8194-4501-C6B3CD22A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79331-BB5D-DB87-2BC8-24A8E5F75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1BDA4-A844-FB96-5586-45D7B84CF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EB6-F051-4E3D-9447-41D9CE927724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8119B-5859-8166-F4DD-07AB78366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DD865-AAD2-7E4C-3C92-5FDA92CD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DBC5-D224-4595-917E-380596DAD6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37932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F2A38-3C27-7E45-9FF8-BBA0613E1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3C3949-C372-708C-E401-475CA5E93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6C5D80-084F-66A9-D6E8-4EA3D8BF0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77709-D4E5-3790-987F-9D3001BF6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EB6-F051-4E3D-9447-41D9CE927724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35635-8691-CEE2-91F0-7104DA46B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0F048-5E28-F702-3938-46F0F203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DBC5-D224-4595-917E-380596DAD6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7191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D1C8-460F-6FC6-EDB4-84DA7A2C7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C97BD5-CEED-3057-EE23-C93E0DEFC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ED033-E7CF-29D4-5F2E-8B6514D08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EB6-F051-4E3D-9447-41D9CE927724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12FD8-A67E-332D-9CB5-35EA59479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26637-E221-6B14-5C2C-BE4251228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DBC5-D224-4595-917E-380596DAD6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90869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031441-14CD-B564-B5FA-FA3A00C14C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9495F-DFCD-18A5-8299-667B2F8C3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11D9B-CB8E-184E-1EB3-F122A0BA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8EB6-F051-4E3D-9447-41D9CE927724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E5408-FC5D-24ED-74D9-CAACE3791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3CC8F-D205-39F9-BAC6-CCCEE205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DBC5-D224-4595-917E-380596DAD6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03233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04F721-D961-5CA8-DB1D-BCDAF35E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034D9-F683-C422-216F-0A5BBC25F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C908F-2373-9011-083D-37E02261A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8EB6-F051-4E3D-9447-41D9CE927724}" type="datetimeFigureOut">
              <a:rPr lang="en-SG" smtClean="0"/>
              <a:t>23/3/2026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D5840-D53A-E046-F313-437B34066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CEB03-BC8F-C783-06FA-1F088FF07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3DBC5-D224-4595-917E-380596DAD6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39587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052B-7A14-38AE-2505-63F7B7FA95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Phishing Awareness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095C21-EF2B-82A9-803E-A95DA467C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48339"/>
          </a:xfrm>
        </p:spPr>
        <p:txBody>
          <a:bodyPr/>
          <a:lstStyle/>
          <a:p>
            <a:r>
              <a:rPr lang="en-US" b="1" dirty="0" err="1"/>
              <a:t>CodeAlpha</a:t>
            </a:r>
            <a:r>
              <a:rPr lang="en-US" b="1" dirty="0"/>
              <a:t> Cyber Security Internship</a:t>
            </a:r>
            <a:br>
              <a:rPr lang="en-US" dirty="0"/>
            </a:br>
            <a:r>
              <a:rPr lang="en-US" dirty="0"/>
              <a:t>                                                  </a:t>
            </a:r>
            <a:r>
              <a:rPr lang="en-US" b="1" dirty="0"/>
              <a:t>Presented by Dhivya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68076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06FF-3791-579E-3D72-C05349D8E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Phishing</a:t>
            </a:r>
            <a:br>
              <a:rPr lang="en-US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1C551-036C-B0A2-E86C-5F5C30500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451"/>
            <a:ext cx="10515600" cy="391885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Content: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Phishing is a cyber attack used to steal sensitive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Attackers pretend to be trusted sources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target usernames, passwords, bank details, and personal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Phishing is one of the most common online threats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98725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79EDB-69D7-0D04-01C8-F712B17A4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Types of Phishing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9222CF-FC31-A1FF-B6E6-131E02E350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9160" y="1462470"/>
            <a:ext cx="616349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Phishing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fake emails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Spear Phishing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targeted attack on a specific person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Smishing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phishing through SMS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Vishing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phishing through voice calls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714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15C9-8803-EAE0-5C46-417230E40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How to Identify Phishing?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BB1E96-ADFB-5F00-74E5-724A1C8CCA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9754" y="1655735"/>
            <a:ext cx="583256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Suspicious sender email address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Urgent or threatening language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Spelling and grammar mistakes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Unknown links or attachments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Requests for personal or financial information </a:t>
            </a:r>
          </a:p>
        </p:txBody>
      </p:sp>
    </p:spTree>
    <p:extLst>
      <p:ext uri="{BB962C8B-B14F-4D97-AF65-F5344CB8AC3E}">
        <p14:creationId xmlns:p14="http://schemas.microsoft.com/office/powerpoint/2010/main" val="1088184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5B057-D0DB-BC50-0F0B-87802B3B1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Example of a Phishing Email</a:t>
            </a:r>
            <a:br>
              <a:rPr lang="en-US" dirty="0"/>
            </a:br>
            <a:r>
              <a:rPr lang="en-US" b="1" dirty="0"/>
              <a:t>Content:</a:t>
            </a:r>
            <a:br>
              <a:rPr lang="en-US" b="1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6B592-5525-9221-9BDC-E2FF741D4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Subject:</a:t>
            </a:r>
            <a:r>
              <a:rPr lang="en-US" dirty="0"/>
              <a:t> Urgent! Your bank account will be blocked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Message:</a:t>
            </a:r>
            <a:r>
              <a:rPr lang="en-US" dirty="0"/>
              <a:t> Click the link below immediately to verify your account and avoid suspension.</a:t>
            </a:r>
          </a:p>
          <a:p>
            <a:r>
              <a:rPr lang="en-US" b="1" dirty="0"/>
              <a:t> warning signs: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Creates fear and urgency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Asks users to click a suspicious link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Pretends to be from a trusted bank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65361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28587-D0EB-9BE3-CCBD-A8516C37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How to Stay Safe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F7D166-BEE0-0C46-8C5E-673D957B21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5252" y="1378735"/>
            <a:ext cx="720852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not click unknown links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Verify sender email addresses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two-factor authentication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software updated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Never share passwords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 suspicious emails </a:t>
            </a:r>
          </a:p>
        </p:txBody>
      </p:sp>
    </p:spTree>
    <p:extLst>
      <p:ext uri="{BB962C8B-B14F-4D97-AF65-F5344CB8AC3E}">
        <p14:creationId xmlns:p14="http://schemas.microsoft.com/office/powerpoint/2010/main" val="388218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C1138-6F2E-5979-122F-A1D870657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Quick Quiz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4ECA0E-3D19-54F1-1D60-489258B24F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30383" y="1890867"/>
            <a:ext cx="515329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phishing?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smishing?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 one sign of a phishing email.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should you do before clicking a link?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one way to stay safe online? </a:t>
            </a:r>
          </a:p>
        </p:txBody>
      </p:sp>
    </p:spTree>
    <p:extLst>
      <p:ext uri="{BB962C8B-B14F-4D97-AF65-F5344CB8AC3E}">
        <p14:creationId xmlns:p14="http://schemas.microsoft.com/office/powerpoint/2010/main" val="4155787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5B5B-F739-A37F-CBE6-96FF6B647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ABF737-A7E0-C8EC-688C-36F74F3434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79023" y="2760048"/>
            <a:ext cx="710401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Phishing attacks are common and dangerous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must stay alert while checking emails, messages, and links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Awareness is the first step to protection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 browsing habits can prevent cyber attacks </a:t>
            </a:r>
          </a:p>
        </p:txBody>
      </p:sp>
    </p:spTree>
    <p:extLst>
      <p:ext uri="{BB962C8B-B14F-4D97-AF65-F5344CB8AC3E}">
        <p14:creationId xmlns:p14="http://schemas.microsoft.com/office/powerpoint/2010/main" val="3143464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E14A0-C282-98EA-4136-F7CBE199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                        Thank You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68F6B-4D01-1349-036C-03E7A8BA5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                                                                                     Stay Alert, Stay Safe</a:t>
            </a:r>
            <a:br>
              <a:rPr lang="en-US" dirty="0"/>
            </a:br>
            <a:r>
              <a:rPr lang="en-US" dirty="0"/>
              <a:t>                                                                                     </a:t>
            </a:r>
            <a:r>
              <a:rPr lang="en-US" b="1" dirty="0"/>
              <a:t>Presented by Dhivya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03536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277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Phishing Awareness Training</vt:lpstr>
      <vt:lpstr>Introduction to Phishing </vt:lpstr>
      <vt:lpstr>Types of Phishing</vt:lpstr>
      <vt:lpstr>How to Identify Phishing?</vt:lpstr>
      <vt:lpstr>Example of a Phishing Email Content: </vt:lpstr>
      <vt:lpstr>How to Stay Safe</vt:lpstr>
      <vt:lpstr>Quick Quiz</vt:lpstr>
      <vt:lpstr>Conclusion</vt:lpstr>
      <vt:lpstr>                        Thank You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creator>Dhivya R.S.</dc:creator>
  <cp:lastModifiedBy>Dhivya R.S.</cp:lastModifiedBy>
  <cp:revision>1</cp:revision>
  <dcterms:created xsi:type="dcterms:W3CDTF">2026-03-23T16:00:00Z</dcterms:created>
  <dcterms:modified xsi:type="dcterms:W3CDTF">2026-03-23T16:11:13Z</dcterms:modified>
</cp:coreProperties>
</file>